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>
      <p:cViewPr varScale="1">
        <p:scale>
          <a:sx n="114" d="100"/>
          <a:sy n="114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71875-E211-CE4C-93ED-AE7881217A7B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7027C-6865-FD4F-95F3-90CDEAE4DC2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3136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7027C-6865-FD4F-95F3-90CDEAE4DC2A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69617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A5B11-8E70-C6E9-C286-2B44954B6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446FA-4D38-A89B-E5B2-C74E40A43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AA49D-3A02-759A-72C0-FC7DD279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B4FC0-3FDE-C9AC-BDA4-BB3787EFF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325F3-D321-CF72-D4DD-E0A3797B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9342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B6EAE-B907-633A-E757-5BCF6E4F1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CF3F0-BD80-B497-4991-C07EC2DEA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97939-1DAE-E1DD-8693-2C04FFDCE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05E69-E4EF-DF63-E0BF-C6B2610A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5A46-045C-07A1-1D18-DFCAA7D3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3429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3C0A-3F79-B2BB-F14F-54221D684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63D29-CC7E-8D41-4B17-DF228D022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793B1-E92C-57E8-3FBA-8ACEBB589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0789-E144-1240-B563-F516516E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ADE8B-6F09-674F-F481-26583BA8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1513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459B-2B8A-41EF-040A-E84EFBC9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F6EE5-D3E3-AA16-F384-5C116E85D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B1166-A64C-61D2-87A7-0128E4150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B2B60-AE87-115D-74DD-09C494CA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F1B06-FDD5-D9F8-7059-E0E44BC0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E0CC3-5B01-5FE8-6CC1-B32565DB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299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2A6B0-505F-BBCD-EDA2-E77DABDB4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4BE32-722F-7C5E-B875-3728BD44D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5665B-7139-B43C-982C-F99CF3AA6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92D80-2A6C-6D20-B11F-CCB12D14F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CD92AE-85B1-C1CC-59BD-2D2DFB566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06F0E-DF7C-CBEE-EEEA-A4DA261EF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B9D3E0-288F-0172-2F55-07AA8149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3F1506-DF8E-C00D-B488-1C42C231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6883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E4593-1D14-3618-FA2C-BACADCF0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EF7E6-D225-B67C-4AD8-E89641DB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F3E69-52CE-EAC2-C28A-F914BF8D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2EC18-ABB4-882D-2165-8F1EA0F4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52390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62D68-2C3E-B5AC-3105-82B450007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E7A99-C11C-B6C7-208E-1CE28AF5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DBF51-034A-48CF-75BD-AABDB5CD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16661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61FD9-7427-F38F-6A54-E7FDC597C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387F8-0EDA-4ADA-A09D-CA80C1E8D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90592-1B46-726C-1872-CF93F48CE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9B97A-5662-4158-F940-905EFBD6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5ECEA-F241-F90E-9122-8203D647C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92B7D-AD7F-47F4-8BFB-7EB09DDF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5466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23FA-18A2-88DD-651D-067A2D708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94FB58-AF3F-B631-1E06-1F0003E4E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CF6AE-6CBE-8A2F-6F0F-88D8DC7C3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5996B-EBDD-36B5-6ADC-710787F9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E2554-6AA7-2EFA-6A94-DA601F49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7C222-B4AF-D119-0E15-7EDBAC51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4142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D2DD-DDD8-65E3-2987-53DF4D4BA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FCA13-1E41-BAB3-90BC-B41E91394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9C3E6-D14F-C5FE-05AE-6729C021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161D9-D8E9-8063-9875-70ED90FA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7A1E5-CFC7-38BB-C238-2E494D3D2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43554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F4D8EC-A2C3-1EED-DC8B-D62F8BD9A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249A1-D88E-F869-D42E-F66AF2253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95353-EAB4-CBCA-1D23-629FD69F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05EED-16EF-16A1-814A-31BD57CE7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E8B7B-A37B-4055-2365-974D9219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1986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31CB9-839E-1ADF-E3D8-B01607F8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82B91-DDF5-DBD8-EB72-32C8D971C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ADFC-1AD3-2EFC-0173-9593F4E67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5E967-3161-524A-9AEC-0FCF93B17C78}" type="datetimeFigureOut">
              <a:rPr lang="hr-HR" smtClean="0"/>
              <a:t>19.06.2026.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9A202-63FF-04AF-33DD-C879EE579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73976-72B5-0945-192B-323179614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F2EE0-088C-6647-A138-7684F34687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4311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B0FB-DB44-5DF9-0DE6-44992C37C1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 err="1"/>
              <a:t>Lorem</a:t>
            </a:r>
            <a:r>
              <a:rPr lang="hr-HR" dirty="0"/>
              <a:t> </a:t>
            </a:r>
            <a:r>
              <a:rPr lang="hr-HR" dirty="0" err="1"/>
              <a:t>ipsum</a:t>
            </a:r>
            <a:endParaRPr lang="hr-H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89536-4532-180C-3CA0-35EB9EEBCC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 err="1"/>
              <a:t>Consectetuer</a:t>
            </a:r>
            <a:r>
              <a:rPr lang="hr-HR" dirty="0"/>
              <a:t> </a:t>
            </a:r>
            <a:r>
              <a:rPr lang="hr-HR" dirty="0" err="1"/>
              <a:t>adipiscing</a:t>
            </a:r>
            <a:r>
              <a:rPr lang="hr-HR" dirty="0"/>
              <a:t> </a:t>
            </a:r>
            <a:r>
              <a:rPr lang="hr-HR" dirty="0" err="1"/>
              <a:t>elit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7159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38CFB2-006E-2BFB-A1AB-604D0803D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Mauris</a:t>
            </a:r>
            <a:r>
              <a:rPr lang="hr-HR" dirty="0"/>
              <a:t> </a:t>
            </a:r>
            <a:r>
              <a:rPr lang="hr-HR" dirty="0" err="1"/>
              <a:t>eget</a:t>
            </a:r>
            <a:r>
              <a:rPr lang="hr-HR" dirty="0"/>
              <a:t> </a:t>
            </a:r>
            <a:r>
              <a:rPr lang="hr-HR" dirty="0" err="1"/>
              <a:t>neque</a:t>
            </a:r>
            <a:r>
              <a:rPr lang="hr-HR" dirty="0"/>
              <a:t> at </a:t>
            </a:r>
            <a:r>
              <a:rPr lang="hr-HR" dirty="0" err="1"/>
              <a:t>sem</a:t>
            </a:r>
            <a:endParaRPr lang="hr-H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55C75E-5451-38E8-F544-22579B5BF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Ut</a:t>
            </a:r>
            <a:r>
              <a:rPr lang="hr-HR" dirty="0"/>
              <a:t> </a:t>
            </a:r>
            <a:r>
              <a:rPr lang="hr-HR" dirty="0" err="1"/>
              <a:t>mattis</a:t>
            </a:r>
            <a:r>
              <a:rPr lang="hr-HR" dirty="0"/>
              <a:t> </a:t>
            </a:r>
            <a:r>
              <a:rPr lang="hr-HR" dirty="0" err="1"/>
              <a:t>ligula</a:t>
            </a:r>
            <a:r>
              <a:rPr lang="hr-HR" dirty="0"/>
              <a:t> </a:t>
            </a:r>
            <a:r>
              <a:rPr lang="hr-HR" dirty="0" err="1"/>
              <a:t>posuere</a:t>
            </a:r>
            <a:r>
              <a:rPr lang="hr-HR" dirty="0"/>
              <a:t> velit</a:t>
            </a:r>
          </a:p>
        </p:txBody>
      </p:sp>
    </p:spTree>
    <p:extLst>
      <p:ext uri="{BB962C8B-B14F-4D97-AF65-F5344CB8AC3E}">
        <p14:creationId xmlns:p14="http://schemas.microsoft.com/office/powerpoint/2010/main" val="3228529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900690-8A04-634D-C1EC-3FD4EC26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Pellentesque</a:t>
            </a:r>
            <a:r>
              <a:rPr lang="hr-HR" dirty="0"/>
              <a:t> </a:t>
            </a:r>
            <a:r>
              <a:rPr lang="hr-HR" dirty="0" err="1"/>
              <a:t>cursus</a:t>
            </a:r>
            <a:r>
              <a:rPr lang="hr-HR" dirty="0"/>
              <a:t> </a:t>
            </a:r>
            <a:r>
              <a:rPr lang="hr-HR" dirty="0" err="1"/>
              <a:t>sagittis</a:t>
            </a:r>
            <a:r>
              <a:rPr lang="hr-HR" dirty="0"/>
              <a:t> </a:t>
            </a:r>
            <a:r>
              <a:rPr lang="hr-HR" dirty="0" err="1"/>
              <a:t>felis</a:t>
            </a:r>
            <a:endParaRPr lang="hr-H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EFB8BE-AAA3-F16B-17C9-C4668CF55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dirty="0" err="1"/>
              <a:t>Fusce</a:t>
            </a:r>
            <a:r>
              <a:rPr lang="hr-HR" dirty="0"/>
              <a:t> </a:t>
            </a:r>
            <a:r>
              <a:rPr lang="hr-HR" dirty="0" err="1"/>
              <a:t>posuere</a:t>
            </a:r>
            <a:r>
              <a:rPr lang="hr-HR" dirty="0"/>
              <a:t>, </a:t>
            </a:r>
            <a:r>
              <a:rPr lang="hr-HR" dirty="0" err="1"/>
              <a:t>magna</a:t>
            </a:r>
            <a:r>
              <a:rPr lang="hr-HR" dirty="0"/>
              <a:t> </a:t>
            </a:r>
            <a:r>
              <a:rPr lang="hr-HR" dirty="0" err="1"/>
              <a:t>sed</a:t>
            </a:r>
            <a:r>
              <a:rPr lang="hr-HR" dirty="0"/>
              <a:t> </a:t>
            </a:r>
            <a:r>
              <a:rPr lang="hr-HR" dirty="0" err="1"/>
              <a:t>pulvinar</a:t>
            </a:r>
            <a:r>
              <a:rPr lang="hr-HR" dirty="0"/>
              <a:t> </a:t>
            </a:r>
            <a:r>
              <a:rPr lang="hr-HR" dirty="0" err="1"/>
              <a:t>ultricies</a:t>
            </a:r>
            <a:r>
              <a:rPr lang="hr-HR" dirty="0"/>
              <a:t>, </a:t>
            </a:r>
            <a:r>
              <a:rPr lang="hr-HR" dirty="0" err="1"/>
              <a:t>purus</a:t>
            </a:r>
            <a:r>
              <a:rPr lang="hr-HR" dirty="0"/>
              <a:t> </a:t>
            </a:r>
            <a:r>
              <a:rPr lang="hr-HR" dirty="0" err="1"/>
              <a:t>lectus</a:t>
            </a:r>
            <a:r>
              <a:rPr lang="hr-HR" dirty="0"/>
              <a:t>.</a:t>
            </a:r>
          </a:p>
          <a:p>
            <a:r>
              <a:rPr lang="hr-HR" dirty="0" err="1"/>
              <a:t>Nalesuada</a:t>
            </a:r>
            <a:r>
              <a:rPr lang="hr-HR" dirty="0"/>
              <a:t> libero, sit </a:t>
            </a:r>
            <a:r>
              <a:rPr lang="hr-HR" dirty="0" err="1"/>
              <a:t>amet</a:t>
            </a:r>
            <a:r>
              <a:rPr lang="hr-HR" dirty="0"/>
              <a:t> </a:t>
            </a:r>
            <a:r>
              <a:rPr lang="hr-HR" dirty="0" err="1"/>
              <a:t>commodo</a:t>
            </a:r>
            <a:r>
              <a:rPr lang="hr-HR" dirty="0"/>
              <a:t> </a:t>
            </a:r>
            <a:r>
              <a:rPr lang="hr-HR" dirty="0" err="1"/>
              <a:t>magna</a:t>
            </a:r>
            <a:r>
              <a:rPr lang="hr-HR" dirty="0"/>
              <a:t> eros </a:t>
            </a:r>
            <a:r>
              <a:rPr lang="hr-HR" dirty="0" err="1"/>
              <a:t>quis</a:t>
            </a:r>
            <a:r>
              <a:rPr lang="hr-HR" dirty="0"/>
              <a:t> urna.</a:t>
            </a:r>
          </a:p>
          <a:p>
            <a:r>
              <a:rPr lang="hr-HR" dirty="0" err="1"/>
              <a:t>Nunc</a:t>
            </a:r>
            <a:r>
              <a:rPr lang="hr-HR" dirty="0"/>
              <a:t> </a:t>
            </a:r>
            <a:r>
              <a:rPr lang="hr-HR" dirty="0" err="1"/>
              <a:t>viverra</a:t>
            </a:r>
            <a:r>
              <a:rPr lang="hr-HR" dirty="0"/>
              <a:t> </a:t>
            </a:r>
            <a:r>
              <a:rPr lang="hr-HR" dirty="0" err="1"/>
              <a:t>imperdiet</a:t>
            </a:r>
            <a:r>
              <a:rPr lang="hr-HR" dirty="0"/>
              <a:t> </a:t>
            </a:r>
            <a:r>
              <a:rPr lang="hr-HR" dirty="0" err="1"/>
              <a:t>enim</a:t>
            </a:r>
            <a:r>
              <a:rPr lang="hr-HR" dirty="0"/>
              <a:t>. </a:t>
            </a:r>
            <a:r>
              <a:rPr lang="hr-HR" dirty="0" err="1"/>
              <a:t>Fusce</a:t>
            </a:r>
            <a:r>
              <a:rPr lang="hr-HR" dirty="0"/>
              <a:t> </a:t>
            </a:r>
            <a:r>
              <a:rPr lang="hr-HR" dirty="0" err="1"/>
              <a:t>est</a:t>
            </a:r>
            <a:r>
              <a:rPr lang="hr-HR" dirty="0"/>
              <a:t>. </a:t>
            </a:r>
            <a:r>
              <a:rPr lang="hr-HR" dirty="0" err="1"/>
              <a:t>Vivamus</a:t>
            </a:r>
            <a:r>
              <a:rPr lang="hr-HR" dirty="0"/>
              <a:t> a </a:t>
            </a:r>
            <a:r>
              <a:rPr lang="hr-HR" dirty="0" err="1"/>
              <a:t>tellus</a:t>
            </a:r>
            <a:r>
              <a:rPr lang="hr-HR" dirty="0"/>
              <a:t>.</a:t>
            </a:r>
          </a:p>
          <a:p>
            <a:r>
              <a:rPr lang="hr-HR" dirty="0" err="1"/>
              <a:t>Pellentesque</a:t>
            </a:r>
            <a:r>
              <a:rPr lang="hr-HR" dirty="0"/>
              <a:t> </a:t>
            </a:r>
            <a:r>
              <a:rPr lang="hr-HR" dirty="0" err="1"/>
              <a:t>habitant</a:t>
            </a:r>
            <a:r>
              <a:rPr lang="hr-HR" dirty="0"/>
              <a:t> </a:t>
            </a:r>
            <a:r>
              <a:rPr lang="hr-HR" dirty="0" err="1"/>
              <a:t>morbi</a:t>
            </a:r>
            <a:r>
              <a:rPr lang="hr-HR" dirty="0"/>
              <a:t> </a:t>
            </a:r>
            <a:r>
              <a:rPr lang="hr-HR" dirty="0" err="1"/>
              <a:t>tristique</a:t>
            </a:r>
            <a:r>
              <a:rPr lang="hr-HR" dirty="0"/>
              <a:t> </a:t>
            </a:r>
            <a:r>
              <a:rPr lang="hr-HR" dirty="0" err="1"/>
              <a:t>senectus</a:t>
            </a:r>
            <a:r>
              <a:rPr lang="hr-HR" dirty="0"/>
              <a:t> </a:t>
            </a:r>
            <a:r>
              <a:rPr lang="hr-HR" dirty="0" err="1"/>
              <a:t>et</a:t>
            </a:r>
            <a:r>
              <a:rPr lang="hr-HR" dirty="0"/>
              <a:t> </a:t>
            </a:r>
            <a:r>
              <a:rPr lang="hr-HR" dirty="0" err="1"/>
              <a:t>netus</a:t>
            </a:r>
            <a:r>
              <a:rPr lang="hr-HR" dirty="0"/>
              <a:t>.</a:t>
            </a:r>
          </a:p>
          <a:p>
            <a:r>
              <a:rPr lang="hr-HR" dirty="0" err="1"/>
              <a:t>Fames</a:t>
            </a:r>
            <a:r>
              <a:rPr lang="hr-HR" dirty="0"/>
              <a:t> </a:t>
            </a:r>
            <a:r>
              <a:rPr lang="hr-HR" dirty="0" err="1"/>
              <a:t>ac</a:t>
            </a:r>
            <a:r>
              <a:rPr lang="hr-HR" dirty="0"/>
              <a:t> </a:t>
            </a:r>
            <a:r>
              <a:rPr lang="hr-HR" dirty="0" err="1"/>
              <a:t>turpis</a:t>
            </a:r>
            <a:r>
              <a:rPr lang="hr-HR" dirty="0"/>
              <a:t> </a:t>
            </a:r>
            <a:r>
              <a:rPr lang="hr-HR" dirty="0" err="1"/>
              <a:t>egestas</a:t>
            </a:r>
            <a:r>
              <a:rPr lang="hr-HR" dirty="0"/>
              <a:t>. </a:t>
            </a:r>
            <a:r>
              <a:rPr lang="hr-HR" dirty="0" err="1"/>
              <a:t>Mauris</a:t>
            </a:r>
            <a:r>
              <a:rPr lang="hr-HR" dirty="0"/>
              <a:t> </a:t>
            </a:r>
            <a:r>
              <a:rPr lang="hr-HR" dirty="0" err="1"/>
              <a:t>et</a:t>
            </a:r>
            <a:r>
              <a:rPr lang="hr-HR" dirty="0"/>
              <a:t> </a:t>
            </a:r>
            <a:r>
              <a:rPr lang="hr-HR" dirty="0" err="1"/>
              <a:t>orci</a:t>
            </a:r>
            <a:r>
              <a:rPr lang="hr-H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5848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E7E8D0-BEE1-337E-FB1D-788C3BF8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Pellentesque</a:t>
            </a:r>
            <a:r>
              <a:rPr lang="hr-HR" dirty="0"/>
              <a:t> </a:t>
            </a:r>
            <a:r>
              <a:rPr lang="hr-HR" dirty="0" err="1"/>
              <a:t>habitant</a:t>
            </a:r>
            <a:r>
              <a:rPr lang="hr-HR" dirty="0"/>
              <a:t> </a:t>
            </a:r>
            <a:r>
              <a:rPr lang="hr-HR" dirty="0" err="1"/>
              <a:t>morbi</a:t>
            </a:r>
            <a:r>
              <a:rPr lang="hr-HR" dirty="0"/>
              <a:t> </a:t>
            </a:r>
            <a:r>
              <a:rPr lang="hr-HR" dirty="0" err="1"/>
              <a:t>tristique</a:t>
            </a:r>
            <a:endParaRPr lang="hr-H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B717D2-CE47-38FD-EBBF-890AD80865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hr-HR" dirty="0" err="1"/>
              <a:t>Mauris</a:t>
            </a:r>
            <a:r>
              <a:rPr lang="hr-HR" dirty="0"/>
              <a:t> </a:t>
            </a:r>
            <a:r>
              <a:rPr lang="hr-HR" dirty="0" err="1"/>
              <a:t>eget</a:t>
            </a:r>
            <a:r>
              <a:rPr lang="hr-HR" dirty="0"/>
              <a:t> </a:t>
            </a:r>
            <a:r>
              <a:rPr lang="hr-HR" dirty="0" err="1"/>
              <a:t>neque</a:t>
            </a:r>
            <a:r>
              <a:rPr lang="hr-HR" dirty="0"/>
              <a:t> at </a:t>
            </a:r>
            <a:r>
              <a:rPr lang="hr-HR" dirty="0" err="1"/>
              <a:t>sem</a:t>
            </a:r>
            <a:r>
              <a:rPr lang="hr-HR" dirty="0"/>
              <a:t> </a:t>
            </a:r>
            <a:r>
              <a:rPr lang="hr-HR" dirty="0" err="1"/>
              <a:t>venenatis</a:t>
            </a:r>
            <a:r>
              <a:rPr lang="hr-HR" dirty="0"/>
              <a:t> </a:t>
            </a:r>
            <a:r>
              <a:rPr lang="hr-HR" dirty="0" err="1"/>
              <a:t>eleifend</a:t>
            </a:r>
            <a:r>
              <a:rPr lang="hr-HR" dirty="0"/>
              <a:t>.</a:t>
            </a:r>
          </a:p>
          <a:p>
            <a:r>
              <a:rPr lang="hr-HR" dirty="0" err="1"/>
              <a:t>Ut</a:t>
            </a:r>
            <a:r>
              <a:rPr lang="hr-HR" dirty="0"/>
              <a:t> </a:t>
            </a:r>
            <a:r>
              <a:rPr lang="hr-HR" dirty="0" err="1"/>
              <a:t>nonummy</a:t>
            </a:r>
            <a:r>
              <a:rPr lang="hr-HR" dirty="0"/>
              <a:t>.</a:t>
            </a:r>
          </a:p>
          <a:p>
            <a:r>
              <a:rPr lang="hr-HR" dirty="0" err="1"/>
              <a:t>Fusce</a:t>
            </a:r>
            <a:r>
              <a:rPr lang="hr-HR" dirty="0"/>
              <a:t> </a:t>
            </a:r>
            <a:r>
              <a:rPr lang="hr-HR" dirty="0" err="1"/>
              <a:t>aliquet</a:t>
            </a:r>
            <a:r>
              <a:rPr lang="hr-HR" dirty="0"/>
              <a:t> </a:t>
            </a:r>
            <a:r>
              <a:rPr lang="hr-HR" dirty="0" err="1"/>
              <a:t>pede</a:t>
            </a:r>
            <a:r>
              <a:rPr lang="hr-HR" dirty="0"/>
              <a:t> </a:t>
            </a:r>
            <a:r>
              <a:rPr lang="hr-HR" dirty="0" err="1"/>
              <a:t>non</a:t>
            </a:r>
            <a:r>
              <a:rPr lang="hr-HR" dirty="0"/>
              <a:t> </a:t>
            </a:r>
            <a:r>
              <a:rPr lang="hr-HR" dirty="0" err="1"/>
              <a:t>pede</a:t>
            </a:r>
            <a:r>
              <a:rPr lang="hr-HR" dirty="0"/>
              <a:t>.</a:t>
            </a:r>
          </a:p>
          <a:p>
            <a:r>
              <a:rPr lang="hr-HR" dirty="0" err="1"/>
              <a:t>Suspendisse</a:t>
            </a:r>
            <a:r>
              <a:rPr lang="hr-HR" dirty="0"/>
              <a:t> </a:t>
            </a:r>
            <a:r>
              <a:rPr lang="hr-HR" dirty="0" err="1"/>
              <a:t>dapibus</a:t>
            </a:r>
            <a:r>
              <a:rPr lang="hr-HR" dirty="0"/>
              <a:t> </a:t>
            </a:r>
            <a:r>
              <a:rPr lang="hr-HR" dirty="0" err="1"/>
              <a:t>lorem</a:t>
            </a:r>
            <a:r>
              <a:rPr lang="hr-HR" dirty="0"/>
              <a:t> </a:t>
            </a:r>
            <a:r>
              <a:rPr lang="hr-HR" dirty="0" err="1"/>
              <a:t>pellentesque</a:t>
            </a:r>
            <a:r>
              <a:rPr lang="hr-HR" dirty="0"/>
              <a:t> </a:t>
            </a:r>
            <a:r>
              <a:rPr lang="hr-HR" dirty="0" err="1"/>
              <a:t>magna</a:t>
            </a:r>
            <a:r>
              <a:rPr lang="hr-HR" dirty="0"/>
              <a:t>.</a:t>
            </a:r>
          </a:p>
          <a:p>
            <a:r>
              <a:rPr lang="hr-HR" dirty="0" err="1"/>
              <a:t>Integer</a:t>
            </a:r>
            <a:r>
              <a:rPr lang="hr-HR" dirty="0"/>
              <a:t> </a:t>
            </a:r>
            <a:r>
              <a:rPr lang="hr-HR" dirty="0" err="1"/>
              <a:t>nulla</a:t>
            </a:r>
            <a:r>
              <a:rPr lang="hr-HR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9BE459-9649-2854-FCC6-CCDC2716B4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hr-HR" dirty="0" err="1"/>
              <a:t>Donec</a:t>
            </a:r>
            <a:r>
              <a:rPr lang="hr-HR" dirty="0"/>
              <a:t> </a:t>
            </a:r>
            <a:r>
              <a:rPr lang="hr-HR" dirty="0" err="1"/>
              <a:t>blandit</a:t>
            </a:r>
            <a:r>
              <a:rPr lang="hr-HR" dirty="0"/>
              <a:t> </a:t>
            </a:r>
            <a:r>
              <a:rPr lang="hr-HR" dirty="0" err="1"/>
              <a:t>feugiat</a:t>
            </a:r>
            <a:r>
              <a:rPr lang="hr-HR" dirty="0"/>
              <a:t> </a:t>
            </a:r>
            <a:r>
              <a:rPr lang="hr-HR" dirty="0" err="1"/>
              <a:t>ligula</a:t>
            </a:r>
            <a:r>
              <a:rPr lang="hr-HR" dirty="0"/>
              <a:t>.</a:t>
            </a:r>
          </a:p>
          <a:p>
            <a:r>
              <a:rPr lang="hr-HR" dirty="0" err="1"/>
              <a:t>Donec</a:t>
            </a:r>
            <a:r>
              <a:rPr lang="hr-HR" dirty="0"/>
              <a:t> </a:t>
            </a:r>
            <a:r>
              <a:rPr lang="hr-HR" dirty="0" err="1"/>
              <a:t>hendrerit</a:t>
            </a:r>
            <a:r>
              <a:rPr lang="hr-HR" dirty="0"/>
              <a:t>, </a:t>
            </a:r>
            <a:r>
              <a:rPr lang="hr-HR" dirty="0" err="1"/>
              <a:t>felis</a:t>
            </a:r>
            <a:r>
              <a:rPr lang="hr-HR" dirty="0"/>
              <a:t> </a:t>
            </a:r>
            <a:r>
              <a:rPr lang="hr-HR" dirty="0" err="1"/>
              <a:t>et</a:t>
            </a:r>
            <a:r>
              <a:rPr lang="hr-HR" dirty="0"/>
              <a:t> </a:t>
            </a:r>
            <a:r>
              <a:rPr lang="hr-HR" dirty="0" err="1"/>
              <a:t>imperdiet</a:t>
            </a:r>
            <a:r>
              <a:rPr lang="hr-HR" dirty="0"/>
              <a:t> </a:t>
            </a:r>
            <a:r>
              <a:rPr lang="hr-HR" dirty="0" err="1"/>
              <a:t>euismod</a:t>
            </a:r>
            <a:r>
              <a:rPr lang="hr-HR" dirty="0"/>
              <a:t>.</a:t>
            </a:r>
          </a:p>
          <a:p>
            <a:r>
              <a:rPr lang="hr-HR" dirty="0"/>
              <a:t>Ad </a:t>
            </a:r>
            <a:r>
              <a:rPr lang="hr-HR" dirty="0" err="1"/>
              <a:t>litora</a:t>
            </a:r>
            <a:r>
              <a:rPr lang="hr-HR" dirty="0"/>
              <a:t> </a:t>
            </a:r>
            <a:r>
              <a:rPr lang="hr-HR" dirty="0" err="1"/>
              <a:t>torquent</a:t>
            </a:r>
            <a:r>
              <a:rPr lang="hr-HR" dirty="0"/>
              <a:t> per </a:t>
            </a:r>
            <a:r>
              <a:rPr lang="hr-HR" dirty="0" err="1"/>
              <a:t>conubia</a:t>
            </a:r>
            <a:r>
              <a:rPr lang="hr-HR" dirty="0"/>
              <a:t> nostra.</a:t>
            </a:r>
          </a:p>
          <a:p>
            <a:r>
              <a:rPr lang="hr-HR" dirty="0"/>
              <a:t>Per </a:t>
            </a:r>
            <a:r>
              <a:rPr lang="hr-HR" dirty="0" err="1"/>
              <a:t>inceptos</a:t>
            </a:r>
            <a:r>
              <a:rPr lang="hr-HR" dirty="0"/>
              <a:t> </a:t>
            </a:r>
            <a:r>
              <a:rPr lang="hr-HR" dirty="0" err="1"/>
              <a:t>hymenaeos</a:t>
            </a:r>
            <a:r>
              <a:rPr lang="hr-HR" dirty="0"/>
              <a:t>.</a:t>
            </a:r>
          </a:p>
          <a:p>
            <a:r>
              <a:rPr lang="hr-HR" dirty="0" err="1"/>
              <a:t>Donec</a:t>
            </a:r>
            <a:r>
              <a:rPr lang="hr-HR" dirty="0"/>
              <a:t> </a:t>
            </a:r>
            <a:r>
              <a:rPr lang="hr-HR" dirty="0" err="1"/>
              <a:t>ullamcorper</a:t>
            </a:r>
            <a:r>
              <a:rPr lang="hr-HR" dirty="0"/>
              <a:t> </a:t>
            </a:r>
            <a:r>
              <a:rPr lang="hr-HR" dirty="0" err="1"/>
              <a:t>fringilla</a:t>
            </a:r>
            <a:r>
              <a:rPr lang="hr-HR" dirty="0"/>
              <a:t> eros.</a:t>
            </a:r>
          </a:p>
        </p:txBody>
      </p:sp>
    </p:spTree>
    <p:extLst>
      <p:ext uri="{BB962C8B-B14F-4D97-AF65-F5344CB8AC3E}">
        <p14:creationId xmlns:p14="http://schemas.microsoft.com/office/powerpoint/2010/main" val="3808858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0D9814-CEE2-419E-4A45-645DED098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Cras</a:t>
            </a:r>
            <a:r>
              <a:rPr lang="hr-HR" dirty="0"/>
              <a:t> </a:t>
            </a:r>
            <a:r>
              <a:rPr lang="hr-HR" dirty="0" err="1"/>
              <a:t>dapibus</a:t>
            </a:r>
            <a:r>
              <a:rPr lang="hr-HR" dirty="0"/>
              <a:t> </a:t>
            </a:r>
            <a:r>
              <a:rPr lang="hr-HR" dirty="0" err="1"/>
              <a:t>dapibus</a:t>
            </a:r>
            <a:r>
              <a:rPr lang="hr-HR" dirty="0"/>
              <a:t> </a:t>
            </a:r>
            <a:r>
              <a:rPr lang="hr-HR" dirty="0" err="1"/>
              <a:t>nisl</a:t>
            </a:r>
            <a:endParaRPr lang="hr-HR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0085663-8F17-3B90-7B8E-8AFE31865D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7136771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85003736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1336325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30856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r-HR" dirty="0" err="1"/>
                        <a:t>Curabitur</a:t>
                      </a:r>
                      <a:r>
                        <a:rPr lang="hr-HR" dirty="0"/>
                        <a:t> </a:t>
                      </a:r>
                      <a:r>
                        <a:rPr lang="hr-HR" dirty="0" err="1"/>
                        <a:t>non</a:t>
                      </a:r>
                      <a:r>
                        <a:rPr lang="hr-HR" dirty="0"/>
                        <a:t> eros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/>
                        <a:t>Integer</a:t>
                      </a:r>
                      <a:r>
                        <a:rPr lang="hr-HR" dirty="0"/>
                        <a:t> </a:t>
                      </a:r>
                      <a:r>
                        <a:rPr lang="hr-HR" dirty="0" err="1"/>
                        <a:t>aliquet</a:t>
                      </a:r>
                      <a:r>
                        <a:rPr lang="hr-HR" dirty="0"/>
                        <a:t> </a:t>
                      </a:r>
                      <a:r>
                        <a:rPr lang="hr-HR" dirty="0" err="1"/>
                        <a:t>mauris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/>
                        <a:t>Vivamus</a:t>
                      </a:r>
                      <a:r>
                        <a:rPr lang="hr-HR" dirty="0"/>
                        <a:t> vitae </a:t>
                      </a:r>
                      <a:r>
                        <a:rPr lang="hr-HR" dirty="0" err="1"/>
                        <a:t>massa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597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0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59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11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444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93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186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1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158</Words>
  <Application>Microsoft Macintosh PowerPoint</Application>
  <PresentationFormat>Widescreen</PresentationFormat>
  <Paragraphs>41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Lorem ipsum</vt:lpstr>
      <vt:lpstr>Mauris eget neque at sem</vt:lpstr>
      <vt:lpstr>Pellentesque cursus sagittis felis</vt:lpstr>
      <vt:lpstr>Pellentesque habitant morbi tristique</vt:lpstr>
      <vt:lpstr>Cras dapibus dapibus nisl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Antun Matija Filipović</cp:lastModifiedBy>
  <cp:revision>3</cp:revision>
  <dcterms:created xsi:type="dcterms:W3CDTF">2026-06-19T11:55:44Z</dcterms:created>
  <dcterms:modified xsi:type="dcterms:W3CDTF">2026-06-19T12:22:12Z</dcterms:modified>
  <cp:category/>
</cp:coreProperties>
</file>